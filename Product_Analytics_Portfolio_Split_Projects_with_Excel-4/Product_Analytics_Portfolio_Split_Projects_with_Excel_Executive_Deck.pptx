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Product_Analytics_Portfolio_Split_Projects_with_Excel financial and performance review</a:t>
            </a:r>
          </a:p>
          <a:p>
            <a:pPr/>
            <a:r>
              <a:t>Prepared for leadership decision-making</a:t>
            </a:r>
          </a:p>
          <a:p>
            <a:pPr/>
            <a:r>
              <a:t>Based on Excel models, SQL, Python, and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Revenue Growth: 14.8% YoY</a:t>
            </a:r>
          </a:p>
          <a:p>
            <a:pPr/>
            <a:r>
              <a:t>Gross Margin: 62.4%</a:t>
            </a:r>
          </a:p>
          <a:p>
            <a:pPr/>
            <a:r>
              <a:t>Operating Margin: 28.1%</a:t>
            </a:r>
          </a:p>
          <a:p>
            <a:pPr/>
            <a:r>
              <a:t>LTV:CAC: 5.6x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Strong growth driven by high-performing segments</a:t>
            </a:r>
          </a:p>
          <a:p>
            <a:pPr/>
            <a:r>
              <a:t>Improved efficiency across acquisition channels</a:t>
            </a:r>
          </a:p>
          <a:p>
            <a:pPr/>
            <a:r>
              <a:t>Product mix shift improving margins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Watchouts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Cost pressure risk as scale increases</a:t>
            </a:r>
          </a:p>
          <a:p>
            <a:pPr/>
            <a:r>
              <a:t>Seasonality impact on mid-year performance</a:t>
            </a:r>
          </a:p>
          <a:p>
            <a:pPr/>
            <a:r>
              <a:t>Channel concentration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Double down on highest ROI segments</a:t>
            </a:r>
          </a:p>
          <a:p>
            <a:pPr/>
            <a:r>
              <a:t>Optimize pricing and retention strategy</a:t>
            </a:r>
          </a:p>
          <a:p>
            <a:pPr/>
            <a:r>
              <a:t>Continue monitoring unit 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