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AcmeHealth Cloud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31% cost reduction achieved</a:t>
            </a:r>
          </a:p>
          <a:p>
            <a:r>
              <a:t>• Availability improved to 99.95%</a:t>
            </a:r>
          </a:p>
          <a:p>
            <a:r>
              <a:t>• Security controls standardized</a:t>
            </a:r>
          </a:p>
          <a:p>
            <a:r>
              <a:t>• Delivery velocity increased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