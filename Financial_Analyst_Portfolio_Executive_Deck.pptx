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Analyst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Financial &amp; Performance Review</a:t>
            </a:r>
          </a:p>
          <a:p>
            <a:r>
              <a:t>Prepared for Leadership Decision-Making</a:t>
            </a:r>
          </a:p>
          <a:p/>
          <a:p>
            <a:r>
              <a:t>Jamie Christian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FP&amp;A, financial modeling, and strategic finance capability</a:t>
            </a:r>
          </a:p>
          <a:p>
            <a:r>
              <a:t>• Supports executive decision-making through structured financial analysis</a:t>
            </a:r>
          </a:p>
          <a:p>
            <a:r>
              <a:t>• Built using Excel models, SQL, Python, and BI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Financial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&amp; expense trend analysis</a:t>
            </a:r>
          </a:p>
          <a:p>
            <a:r>
              <a:t>• Budget vs Actual variance analysis</a:t>
            </a:r>
          </a:p>
          <a:p>
            <a:r>
              <a:t>• Profitability and margin analysis</a:t>
            </a:r>
          </a:p>
          <a:p>
            <a:r>
              <a:t>• Scenario and sensitivity modeling</a:t>
            </a:r>
          </a:p>
          <a:p>
            <a:r>
              <a:t>• ROI and capital allocation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Growth: 14.8% YoY</a:t>
            </a:r>
          </a:p>
          <a:p>
            <a:r>
              <a:t>• Gross Margin: 62.4%</a:t>
            </a:r>
          </a:p>
          <a:p>
            <a:r>
              <a:t>• Operating Margin: 28.1%</a:t>
            </a:r>
          </a:p>
          <a:p>
            <a:r>
              <a:t>• LTV:CAC Ratio: 5.6x</a:t>
            </a:r>
          </a:p>
          <a:p>
            <a:r>
              <a:t>• Strong unit economics and cost discipline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Margin expansion driven by operational efficiency</a:t>
            </a:r>
          </a:p>
          <a:p>
            <a:r>
              <a:t>• Variance analysis revealed controllable cost drivers</a:t>
            </a:r>
          </a:p>
          <a:p>
            <a:r>
              <a:t>• High-ROI segments outperforming forecast assumptions</a:t>
            </a:r>
          </a:p>
          <a:p>
            <a:r>
              <a:t>• Forecast accuracy improved using rolling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Margin compression risk if cost growth exceeds revenue growth</a:t>
            </a:r>
          </a:p>
          <a:p>
            <a:r>
              <a:t>• Forecast sensitivity to pricing and demand assumptions</a:t>
            </a:r>
          </a:p>
          <a:p>
            <a:r>
              <a:t>• Revenue concentration risk in top segments</a:t>
            </a:r>
          </a:p>
          <a:p>
            <a:r>
              <a:t>• Need for continued cost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Reallocate investment toward highest-margin segments</a:t>
            </a:r>
          </a:p>
          <a:p>
            <a:r>
              <a:t>• Strengthen expense management discipline</a:t>
            </a:r>
          </a:p>
          <a:p>
            <a:r>
              <a:t>• Implement rolling forecasts quarterly</a:t>
            </a:r>
          </a:p>
          <a:p>
            <a:r>
              <a:t>• Continue monitoring unit economics and ROI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Analyst Value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Executive-level communication</a:t>
            </a:r>
          </a:p>
          <a:p>
            <a:r>
              <a:t>• Financial storytelling with data</a:t>
            </a:r>
          </a:p>
          <a:p>
            <a:r>
              <a:t>• Structured problem solving</a:t>
            </a:r>
          </a:p>
          <a:p>
            <a:r>
              <a:t>• Business partnering mindset</a:t>
            </a:r>
          </a:p>
          <a:p>
            <a:r>
              <a:t>• Decision support aligned to leadership needs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